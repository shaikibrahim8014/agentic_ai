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3B82F6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2377440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961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 BASICS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</a:rPr>
              <a:t>A Complete Beginner's Guide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Team Presentation  •  7 Members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92608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  |  What is Regression &amp; Why Regression?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9776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</a:rPr>
              <a:t>📊  What is Regression?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Regression is a statistical method to find the relationship between variables.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It predicts a continuous output value based on one or more input features.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Think of it as drawing the best-fit line through data points.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Example: Predicting house price based on size &amp; location.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39776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41148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</a:rPr>
              <a:t>💡  Why Regression?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81328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Predict future values (sales, prices, temperatures)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Understand which factors matter most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Simple, interpretable &amp; widely used in industry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Foundation for more advanced ML algorithms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</a:rPr>
              <a:t>Works with small datasets effectively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🌍  Real World:  House prices  •  Stock trends  •  Weather forecasting  •  Medical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  |  Classification vs Regression  &amp;  Types of Regression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solidFill>
            <a:srgbClr val="1A2E6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822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822960"/>
            <a:ext cx="0" cy="41148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429768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234440"/>
            <a:ext cx="429768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2344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Predicts a Category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Predicts a Number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0" cy="43891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673352"/>
            <a:ext cx="4297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1673352"/>
            <a:ext cx="4297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67335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Output: Yes/No, Cat/Dog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167335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Output: Price, Score, Temp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673352"/>
            <a:ext cx="0" cy="43891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112264"/>
            <a:ext cx="429768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2112264"/>
            <a:ext cx="429768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211226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Example: Is email spam?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211226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Example: What is the price?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2112264"/>
            <a:ext cx="0" cy="43891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551176"/>
            <a:ext cx="4297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551176"/>
            <a:ext cx="42976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55117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Uses accuracy to measure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255117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Uses RMSE / R² to measure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551176"/>
            <a:ext cx="0" cy="438912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99232"/>
            <a:ext cx="859536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906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</a:rPr>
              <a:t>Types of Regression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" y="3520440"/>
            <a:ext cx="20299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520440"/>
            <a:ext cx="2029968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363016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Linear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" y="4005072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Straight-line relationship between variables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450592" y="3520440"/>
            <a:ext cx="20299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50592" y="3520440"/>
            <a:ext cx="2029968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2523744" y="363016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Polynomial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523744" y="4005072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Curved fit for non-linear data patterns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26864" y="3520440"/>
            <a:ext cx="20299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26864" y="3520440"/>
            <a:ext cx="2029968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700016" y="363016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Ridge / Lasso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700016" y="4005072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Linear + regularization to reduce overfitting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03136" y="3520440"/>
            <a:ext cx="2029968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03136" y="3520440"/>
            <a:ext cx="2029968" cy="91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4" name="Text 42"/>
          <p:cNvSpPr/>
          <p:nvPr/>
        </p:nvSpPr>
        <p:spPr>
          <a:xfrm>
            <a:off x="6876288" y="3630168"/>
            <a:ext cx="1883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</a:rPr>
              <a:t>Logistic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76288" y="4005072"/>
            <a:ext cx="18836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Predicts probability (0 or 1), used for classification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  |  What is Linear Regression &amp; Its Types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394960" cy="12344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91440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9611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</a:rPr>
              <a:t>What is Linear Regression?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 supervised learning algorithm that models the relationship between a dependent variable (Y) and one or more independent variables (X) using a straight 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822960"/>
            <a:ext cx="2926080" cy="1234440"/>
          </a:xfrm>
          <a:prstGeom prst="rect">
            <a:avLst/>
          </a:prstGeom>
          <a:solidFill>
            <a:srgbClr val="1A2E6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877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The Formula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1207008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mX + 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214884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Y  =  Output (what we want to predict)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X  =  Input feature (the data we have)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  =  Slope (how steep the line is)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b  =  Intercept (where the line crosses Y-axis)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160520" cy="16916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54680"/>
            <a:ext cx="41605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64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📈  Simple Linear Regression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7033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ONE input variable → ONE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Example:  Study Hours → Exam Score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Y = mX + b  (one slope, one intercept)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54680"/>
            <a:ext cx="4160520" cy="16916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54680"/>
            <a:ext cx="416052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2644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📉  Multiple Linear Regression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70332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MANY input variables → ONE output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Example:  Size + Rooms + Location → Price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Y = m₁X₁ + m₂X₂ + ... + 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  |  Working of Regression — How the Model Learns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1168" y="82296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822960"/>
            <a:ext cx="1600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9601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6276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</a:rPr>
              <a:t>Collect Data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Gather input (X) and output (Y) data pairs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73936" y="1554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75104" y="82296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75104" y="822960"/>
            <a:ext cx="16002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2478024" y="9601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478024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48256" y="16276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</a:rPr>
              <a:t>Draw a Line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048256" y="214884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Start with a random guess of m and 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47872" y="1554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49040" y="82296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822960"/>
            <a:ext cx="1600200" cy="7315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1960" y="960120"/>
            <a:ext cx="594360" cy="59436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22192" y="16276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580C"/>
                </a:solidFill>
              </a:rPr>
              <a:t>Calculate Error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22192" y="214884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Find difference: Actual Y − Predicted Y  (Loss)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21808" y="1554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22976" y="82296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22976" y="822960"/>
            <a:ext cx="16002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6025896" y="96012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025896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96128" y="16276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Minimize Loss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596128" y="214884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Use Gradient Descent to adjust m &amp; 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95744" y="1554480"/>
            <a:ext cx="201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96912" y="822960"/>
            <a:ext cx="1600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96912" y="822960"/>
            <a:ext cx="16002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4" name="Shape 32"/>
          <p:cNvSpPr/>
          <p:nvPr/>
        </p:nvSpPr>
        <p:spPr>
          <a:xfrm>
            <a:off x="7799832" y="96012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7799832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70064" y="162763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</a:rPr>
              <a:t>Best Fit Line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70064" y="2148840"/>
            <a:ext cx="1463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Repeat until error is as small as possible!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3566160"/>
            <a:ext cx="91440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36393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🧠  Key Concepts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" y="4005072"/>
            <a:ext cx="8275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Loss Function (MSE): Measures how wrong the model is  |  Lower loss = better model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Gradient Descent: An algorithm that slowly moves m &amp; b to reduce the loss step by step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</a:rPr>
              <a:t>Learning Rate: Controls how big each step is — too big = overshoots, too small = very slow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  |  Applications &amp; Evaluation Metrics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</a:rPr>
              <a:t>Real-World Applications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743200" cy="868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🏠  Real Estate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82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 house prices from area &amp; location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1261872"/>
            <a:ext cx="2743200" cy="868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📈  Finance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1682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Stock price forecasting &amp; risk analysis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261872"/>
            <a:ext cx="2743200" cy="868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🏥  Healthcare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1682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 patient outcomes &amp; dosage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67712"/>
            <a:ext cx="2743200" cy="868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322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🎓  Education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68833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 student scores from study hours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267712"/>
            <a:ext cx="2743200" cy="868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46120" y="2322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🌤️  Weather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268833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Forecast temperature &amp; rainfall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267712"/>
            <a:ext cx="2743200" cy="8686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32257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6F"/>
                </a:solidFill>
              </a:rPr>
              <a:t>🛒  E-Commerce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268833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Predict sales from ad spend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3649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6F"/>
                </a:solidFill>
              </a:rPr>
              <a:t>Evaluation Metrics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20299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94760"/>
            <a:ext cx="2029968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794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" y="422452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Mean Absolute Error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535424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Average of absolute differences. Easy to understand!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50592" y="3794760"/>
            <a:ext cx="20299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50592" y="3794760"/>
            <a:ext cx="2029968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523744" y="3794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523744" y="422452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Mean Squared Error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23744" y="4535424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Penalizes large errors more heavily.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26864" y="3794760"/>
            <a:ext cx="20299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26864" y="3794760"/>
            <a:ext cx="2029968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4700016" y="3794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RMSE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00016" y="422452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Root Mean Squared Error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0016" y="4535424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Same unit as target variable. Very popular!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03136" y="3794760"/>
            <a:ext cx="2029968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3794760"/>
            <a:ext cx="2029968" cy="3840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6876288" y="37947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R²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76288" y="4224528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R-Squared Score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76288" y="4535424"/>
            <a:ext cx="18836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0 to 1. Closer to 1 = better model fit.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  |  Advantages &amp; Disadvantages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✅   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1545336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813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Simple to understand &amp; implement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075688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Works great when data is linearly related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60604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420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Fast to train — no heavy computation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36392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723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Highly interpretable (you can explain WHY)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666744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6027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Good baseline model for any problem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197096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133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Requires less data than deep learning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14800" cy="411480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22960"/>
            <a:ext cx="411480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8229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❌   Disadvantages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92040" y="1545336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4813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Assumes a linear relationship (not always true)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075688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011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Sensitive to outliers (extreme values)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60604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254203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Cannot capture complex patterns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313639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07238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Assumes features are independent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92040" y="3666744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360273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Prone to underfitting complex data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92040" y="4197096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4133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Requires feature scaling for best results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07  | 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Learned Today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502920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📌  Regression predicts continuous values — it finds the mathematical relationship between variables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185416"/>
            <a:ext cx="8412480" cy="502920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854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📐  Linear Regression fits the best straight line using  Y = mX + 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2770632"/>
            <a:ext cx="8412480" cy="502920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7706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🔄  The model learns by minimizing error through Gradient Descent, step by step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355848"/>
            <a:ext cx="8412480" cy="502920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355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📊  We measure how good it is using MAE, MSE, RMSE, and R² Score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941064"/>
            <a:ext cx="8412480" cy="502920"/>
          </a:xfrm>
          <a:prstGeom prst="rect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941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⚡  It's simple, fast, and the foundation of modern Machine Learning!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Thank You! 🎉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subject>PptxGenJS Presentation</dc:subject>
  <dc:creator>PptxGenJS</dc:creator>
  <cp:lastModifiedBy>PptxGenJS</cp:lastModifiedBy>
  <cp:revision>1</cp:revision>
  <dcterms:created xsi:type="dcterms:W3CDTF">2026-06-05T04:41:46Z</dcterms:created>
  <dcterms:modified xsi:type="dcterms:W3CDTF">2026-06-05T04:41:46Z</dcterms:modified>
</cp:coreProperties>
</file>